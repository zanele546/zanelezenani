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023360" cy="402336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-457200"/>
            <a:ext cx="2377440" cy="23774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572000"/>
            <a:ext cx="3291840" cy="329184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GRADUATE  ·  SOWETO, SOUTH AFRICA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Zanele Zenani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digital skills toward a career in technology — seeking my first internship.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22960" y="4617720"/>
            <a:ext cx="384048" cy="384048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924" dirty="0"/>
          </a:p>
        </p:txBody>
      </p:sp>
      <p:sp>
        <p:nvSpPr>
          <p:cNvPr id="10" name="Text 8"/>
          <p:cNvSpPr/>
          <p:nvPr/>
        </p:nvSpPr>
        <p:spPr>
          <a:xfrm>
            <a:off x="1325880" y="4617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17720" y="4617720"/>
            <a:ext cx="384048" cy="384048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924" dirty="0"/>
          </a:p>
        </p:txBody>
      </p:sp>
      <p:sp>
        <p:nvSpPr>
          <p:cNvPr id="13" name="Text 11"/>
          <p:cNvSpPr/>
          <p:nvPr/>
        </p:nvSpPr>
        <p:spPr>
          <a:xfrm>
            <a:off x="5120640" y="4617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067 458 0574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412480" y="4617720"/>
            <a:ext cx="384048" cy="384048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24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924" dirty="0"/>
          </a:p>
        </p:txBody>
      </p:sp>
      <p:sp>
        <p:nvSpPr>
          <p:cNvPr id="16" name="Text 14"/>
          <p:cNvSpPr/>
          <p:nvPr/>
        </p:nvSpPr>
        <p:spPr>
          <a:xfrm>
            <a:off x="8915400" y="4617720"/>
            <a:ext cx="3291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Soweto, South Africa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22960" y="5623560"/>
            <a:ext cx="10515600" cy="0"/>
          </a:xfrm>
          <a:prstGeom prst="line">
            <a:avLst/>
          </a:prstGeom>
          <a:noFill/>
          <a:ln w="12700">
            <a:solidFill>
              <a:srgbClr val="3C4A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Self-driven  ·  Organised  ·  Reliable  ·  Fast learner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self-driven start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749040" cy="4480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20240"/>
            <a:ext cx="1097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0" b="1" dirty="0">
                <a:solidFill>
                  <a:srgbClr val="F4A3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68680" y="2743200"/>
            <a:ext cx="32004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taught me how much easier hard things become when someone takes responsibility for the structure.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868680" y="539496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5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MATRICULATED 2023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68680" y="566928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Senior Certificate, Soweto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63440" y="1828800"/>
            <a:ext cx="69494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matriculated in 2023 with my National Senior Certificate. Since then I've kept learning on my own — free online courses, reading, and practising the everyday digital tools that real work depends on.
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my final year I organised and led a peer study group for my classmates. I coordinated the group on WhatsApp, kept our shared notes and timetables in Google Docs, and made sure everyone had the resources they needed before exams.
</a:t>
            </a:r>
            <a:endParaRPr lang="en-US" sz="1450" dirty="0"/>
          </a:p>
          <a:p>
            <a:pPr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I'm now looking for my first internship or entry-level opportunity where I can be useful from day one, keep learning, and build a career in tech.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4663440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2023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663440" y="6144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MATRICULATED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995160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995160" y="6144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GROUP LED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326880" y="56235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9326880" y="6144768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 DELIVERED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Zanele Zenani  ·  Soweto, South Africa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 BRING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&amp; Strengths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94960" cy="5029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94360" y="246888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⌘</a:t>
            </a:r>
            <a:endParaRPr lang="en-US" sz="1012" dirty="0"/>
          </a:p>
        </p:txBody>
      </p:sp>
      <p:sp>
        <p:nvSpPr>
          <p:cNvPr id="8" name="Text 6"/>
          <p:cNvSpPr/>
          <p:nvPr/>
        </p:nvSpPr>
        <p:spPr>
          <a:xfrm>
            <a:off x="1143000" y="24688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 &amp; Google Drive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3090672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012" dirty="0"/>
          </a:p>
        </p:txBody>
      </p:sp>
      <p:sp>
        <p:nvSpPr>
          <p:cNvPr id="11" name="Text 9"/>
          <p:cNvSpPr/>
          <p:nvPr/>
        </p:nvSpPr>
        <p:spPr>
          <a:xfrm>
            <a:off x="1143000" y="3090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Word (basics)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4360" y="3712464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012" dirty="0"/>
          </a:p>
        </p:txBody>
      </p:sp>
      <p:sp>
        <p:nvSpPr>
          <p:cNvPr id="14" name="Text 12"/>
          <p:cNvSpPr/>
          <p:nvPr/>
        </p:nvSpPr>
        <p:spPr>
          <a:xfrm>
            <a:off x="1143000" y="37124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Excel (basics)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4334256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☼</a:t>
            </a:r>
            <a:endParaRPr lang="en-US" sz="1012" dirty="0"/>
          </a:p>
        </p:txBody>
      </p:sp>
      <p:sp>
        <p:nvSpPr>
          <p:cNvPr id="17" name="Text 15"/>
          <p:cNvSpPr/>
          <p:nvPr/>
        </p:nvSpPr>
        <p:spPr>
          <a:xfrm>
            <a:off x="1143000" y="43342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group coordination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4360" y="4956048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⌕</a:t>
            </a:r>
            <a:endParaRPr lang="en-US" sz="1012" dirty="0"/>
          </a:p>
        </p:txBody>
      </p:sp>
      <p:sp>
        <p:nvSpPr>
          <p:cNvPr id="20" name="Text 18"/>
          <p:cNvSpPr/>
          <p:nvPr/>
        </p:nvSpPr>
        <p:spPr>
          <a:xfrm>
            <a:off x="1143000" y="49560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Internet research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5577840"/>
            <a:ext cx="420624" cy="420624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2" name="Text 20"/>
          <p:cNvSpPr/>
          <p:nvPr/>
        </p:nvSpPr>
        <p:spPr>
          <a:xfrm>
            <a:off x="594360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⌨</a:t>
            </a:r>
            <a:endParaRPr lang="en-US" sz="1012" dirty="0"/>
          </a:p>
        </p:txBody>
      </p:sp>
      <p:sp>
        <p:nvSpPr>
          <p:cNvPr id="23" name="Text 21"/>
          <p:cNvSpPr/>
          <p:nvPr/>
        </p:nvSpPr>
        <p:spPr>
          <a:xfrm>
            <a:off x="1143000" y="5577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Typing &amp; digital literacy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263640" y="1737360"/>
            <a:ext cx="5394960" cy="502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173736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SKILLS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309360" y="2468880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0" y="24688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012" dirty="0"/>
          </a:p>
        </p:txBody>
      </p:sp>
      <p:sp>
        <p:nvSpPr>
          <p:cNvPr id="28" name="Text 26"/>
          <p:cNvSpPr/>
          <p:nvPr/>
        </p:nvSpPr>
        <p:spPr>
          <a:xfrm>
            <a:off x="6858000" y="246888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09360" y="3090672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0906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☷</a:t>
            </a:r>
            <a:endParaRPr lang="en-US" sz="1012" dirty="0"/>
          </a:p>
        </p:txBody>
      </p:sp>
      <p:sp>
        <p:nvSpPr>
          <p:cNvPr id="31" name="Text 29"/>
          <p:cNvSpPr/>
          <p:nvPr/>
        </p:nvSpPr>
        <p:spPr>
          <a:xfrm>
            <a:off x="6858000" y="3090672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309360" y="3712464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33" name="Text 31"/>
          <p:cNvSpPr/>
          <p:nvPr/>
        </p:nvSpPr>
        <p:spPr>
          <a:xfrm>
            <a:off x="6309360" y="37124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1012" dirty="0"/>
          </a:p>
        </p:txBody>
      </p:sp>
      <p:sp>
        <p:nvSpPr>
          <p:cNvPr id="34" name="Text 32"/>
          <p:cNvSpPr/>
          <p:nvPr/>
        </p:nvSpPr>
        <p:spPr>
          <a:xfrm>
            <a:off x="6858000" y="3712464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Teamwork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309360" y="4334256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36" name="Text 34"/>
          <p:cNvSpPr/>
          <p:nvPr/>
        </p:nvSpPr>
        <p:spPr>
          <a:xfrm>
            <a:off x="6309360" y="43342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012" dirty="0"/>
          </a:p>
        </p:txBody>
      </p:sp>
      <p:sp>
        <p:nvSpPr>
          <p:cNvPr id="37" name="Text 35"/>
          <p:cNvSpPr/>
          <p:nvPr/>
        </p:nvSpPr>
        <p:spPr>
          <a:xfrm>
            <a:off x="6858000" y="4334256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309360" y="4956048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39" name="Text 37"/>
          <p:cNvSpPr/>
          <p:nvPr/>
        </p:nvSpPr>
        <p:spPr>
          <a:xfrm>
            <a:off x="6309360" y="4956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12" dirty="0"/>
          </a:p>
        </p:txBody>
      </p:sp>
      <p:sp>
        <p:nvSpPr>
          <p:cNvPr id="40" name="Text 38"/>
          <p:cNvSpPr/>
          <p:nvPr/>
        </p:nvSpPr>
        <p:spPr>
          <a:xfrm>
            <a:off x="6858000" y="4956048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Reliability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09360" y="5577840"/>
            <a:ext cx="420624" cy="420624"/>
          </a:xfrm>
          <a:prstGeom prst="ellipse">
            <a:avLst/>
          </a:prstGeom>
          <a:solidFill>
            <a:srgbClr val="FCEBC7"/>
          </a:solidFill>
          <a:ln/>
        </p:spPr>
      </p:sp>
      <p:sp>
        <p:nvSpPr>
          <p:cNvPr id="42" name="Text 40"/>
          <p:cNvSpPr/>
          <p:nvPr/>
        </p:nvSpPr>
        <p:spPr>
          <a:xfrm>
            <a:off x="6309360" y="5577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12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012" dirty="0"/>
          </a:p>
        </p:txBody>
      </p:sp>
      <p:sp>
        <p:nvSpPr>
          <p:cNvPr id="43" name="Text 41"/>
          <p:cNvSpPr/>
          <p:nvPr/>
        </p:nvSpPr>
        <p:spPr>
          <a:xfrm>
            <a:off x="6858000" y="5577840"/>
            <a:ext cx="4663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Willingness to learn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548640" y="6263640"/>
            <a:ext cx="11091672" cy="18288"/>
          </a:xfrm>
          <a:prstGeom prst="rect">
            <a:avLst/>
          </a:prstGeom>
          <a:solidFill>
            <a:srgbClr val="E4E8F1"/>
          </a:solidFill>
          <a:ln/>
        </p:spPr>
      </p:sp>
      <p:sp>
        <p:nvSpPr>
          <p:cNvPr id="45" name="Text 43"/>
          <p:cNvSpPr/>
          <p:nvPr/>
        </p:nvSpPr>
        <p:spPr>
          <a:xfrm>
            <a:off x="54864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list grows as I complete more courses — I only list what I can actually do today.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4206240"/>
            <a:ext cx="2926080" cy="29260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&amp; INVOLVEMENT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74980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I've led and delivered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874520"/>
            <a:ext cx="82296" cy="3931920"/>
          </a:xfrm>
          <a:prstGeom prst="rect">
            <a:avLst/>
          </a:prstGeom>
          <a:solidFill>
            <a:srgbClr val="F4A300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965960"/>
            <a:ext cx="548640" cy="5486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196596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2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320" dirty="0"/>
          </a:p>
        </p:txBody>
      </p:sp>
      <p:sp>
        <p:nvSpPr>
          <p:cNvPr id="8" name="Text 6"/>
          <p:cNvSpPr/>
          <p:nvPr/>
        </p:nvSpPr>
        <p:spPr>
          <a:xfrm>
            <a:off x="1143000" y="199339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Study Group Leader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1143000" y="28346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Matric Peer Study Group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3337560"/>
            <a:ext cx="78638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Led a group of classmates through final-exam preparation.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Coordinated schedules, resources and communication end to end.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ran a WhatsApp group as the coordination hub for session times, reminders and question threads.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shared summaries, past-paper links and a study timetable in Google Docs so everyone worked from the same material.</a:t>
            </a:r>
            <a:endParaRPr lang="en-US" sz="13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▪"/>
            </a:pPr>
            <a:r>
              <a:rPr lang="en-US" sz="1350" dirty="0">
                <a:solidFill>
                  <a:srgbClr val="E4E9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Paired stronger students with those who needed support in a subject before each exam block.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052560" y="1965960"/>
            <a:ext cx="2606040" cy="1920240"/>
          </a:xfrm>
          <a:prstGeom prst="roundRect">
            <a:avLst>
              <a:gd name="adj" fmla="val 3810"/>
            </a:avLst>
          </a:prstGeom>
          <a:solidFill>
            <a:srgbClr val="263876"/>
          </a:solidFill>
          <a:ln/>
        </p:spPr>
      </p:sp>
      <p:sp>
        <p:nvSpPr>
          <p:cNvPr id="13" name="Text 11"/>
          <p:cNvSpPr/>
          <p:nvPr/>
        </p:nvSpPr>
        <p:spPr>
          <a:xfrm>
            <a:off x="9281160" y="21488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1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NOTE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9281160" y="2450592"/>
            <a:ext cx="21945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have no formal work experience yet — this is where I've led and delivered so far.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Zanele Zenani  ·  Soweto, South Africa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C97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I've built and led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38988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work only — placeholder entries have been left off this summary.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9659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3774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Matric Peer Study Group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75488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22960" y="2971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Organised and led a peer study group to help classmates prepare for final matric exams and share learning resources.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37490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and ran a WhatsApp group as the coordination hub: session times, reminders, and question threads.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Kept shared summaries, past-paper links and a study timetable in Google Docs.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 sessions before each exam block, pairing stronger students with those needing support.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22960" y="5577840"/>
            <a:ext cx="914400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577840"/>
            <a:ext cx="914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874520" y="5577840"/>
            <a:ext cx="1161288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5" name="Text 13"/>
          <p:cNvSpPr/>
          <p:nvPr/>
        </p:nvSpPr>
        <p:spPr>
          <a:xfrm>
            <a:off x="1874520" y="5577840"/>
            <a:ext cx="11612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Docs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172968" y="557784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17" name="Text 15"/>
          <p:cNvSpPr/>
          <p:nvPr/>
        </p:nvSpPr>
        <p:spPr>
          <a:xfrm>
            <a:off x="3172968" y="557784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Drive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965960"/>
            <a:ext cx="5394960" cy="41148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  <a:effectLst>
            <a:outerShdw sx="100000" sy="100000" kx="0" ky="0" algn="bl" rotWithShape="0" blurRad="101600" dist="38100" dir="5400000">
              <a:srgbClr val="1E2761">
                <a:alpha val="12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965960"/>
            <a:ext cx="5394960" cy="822960"/>
          </a:xfrm>
          <a:prstGeom prst="roundRect">
            <a:avLst>
              <a:gd name="adj" fmla="val 6667"/>
            </a:avLst>
          </a:prstGeom>
          <a:solidFill>
            <a:srgbClr val="1E2761"/>
          </a:solidFill>
          <a:ln/>
        </p:spPr>
      </p:sp>
      <p:sp>
        <p:nvSpPr>
          <p:cNvPr id="20" name="Shape 18"/>
          <p:cNvSpPr/>
          <p:nvPr/>
        </p:nvSpPr>
        <p:spPr>
          <a:xfrm>
            <a:off x="6217920" y="2377440"/>
            <a:ext cx="5394960" cy="41148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0574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Community Clean-Up Initiative</a:t>
            </a:r>
            <a:endParaRPr lang="en-US" sz="1700" dirty="0"/>
          </a:p>
        </p:txBody>
      </p:sp>
      <p:sp>
        <p:nvSpPr>
          <p:cNvPr id="22" name="Text 20"/>
          <p:cNvSpPr/>
          <p:nvPr/>
        </p:nvSpPr>
        <p:spPr>
          <a:xfrm>
            <a:off x="10424160" y="205740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92240" y="297180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Participated in organising a community clean-up day, coordinating team tasks and tracking participation.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3749040"/>
            <a:ext cx="4846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Helped plan the clean-up day and divide volunteers into teams with clear tasks and areas.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Google Forms to record participant details and track attendance on the day.</a:t>
            </a:r>
            <a:endParaRPr lang="en-US" sz="1150" dirty="0"/>
          </a:p>
          <a:p>
            <a:pPr marL="342900" indent="-342900">
              <a:lnSpc>
                <a:spcPct val="120000"/>
              </a:lnSpc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 simple posters and social content in Canva to promote the event and thank volunteers.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492240" y="5577840"/>
            <a:ext cx="667512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6" name="Text 24"/>
          <p:cNvSpPr/>
          <p:nvPr/>
        </p:nvSpPr>
        <p:spPr>
          <a:xfrm>
            <a:off x="6492240" y="5577840"/>
            <a:ext cx="667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296912" y="5577840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CADCFC"/>
          </a:solidFill>
          <a:ln/>
        </p:spPr>
      </p:sp>
      <p:sp>
        <p:nvSpPr>
          <p:cNvPr id="28" name="Text 26"/>
          <p:cNvSpPr/>
          <p:nvPr/>
        </p:nvSpPr>
        <p:spPr>
          <a:xfrm>
            <a:off x="7296912" y="5577840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Forms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Zanele Zenani  ·  Soweto, South Africa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EDUCATION &amp; GROWTH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914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Always building the next skill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1091672" cy="1234440"/>
          </a:xfrm>
          <a:prstGeom prst="roundRect">
            <a:avLst>
              <a:gd name="adj" fmla="val 4444"/>
            </a:avLst>
          </a:prstGeom>
          <a:solidFill>
            <a:srgbClr val="F5F7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57400"/>
            <a:ext cx="685800" cy="685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05740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5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☆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1783080" y="1920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National Senior Certificate (Matric)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783080" y="23317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Soweto, South Africa  ·  2023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783080" y="2633472"/>
            <a:ext cx="9418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Completed the National Senior Certificate and has kept learning independently ever since — free online courses, reading, and practising real-world digital tools.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33375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— IN PROGRESS / PLANNED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3794760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49808" y="3941064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3" name="Text 11"/>
          <p:cNvSpPr/>
          <p:nvPr/>
        </p:nvSpPr>
        <p:spPr>
          <a:xfrm>
            <a:off x="749808" y="3941064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144" dirty="0"/>
          </a:p>
        </p:txBody>
      </p:sp>
      <p:sp>
        <p:nvSpPr>
          <p:cNvPr id="14" name="Text 12"/>
          <p:cNvSpPr/>
          <p:nvPr/>
        </p:nvSpPr>
        <p:spPr>
          <a:xfrm>
            <a:off x="1417320" y="3794760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Digital Skills for Africa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9404604" y="4014216"/>
            <a:ext cx="1613916" cy="347472"/>
          </a:xfrm>
          <a:prstGeom prst="roundRect">
            <a:avLst>
              <a:gd name="adj" fmla="val 50000"/>
            </a:avLst>
          </a:prstGeom>
          <a:solidFill>
            <a:srgbClr val="F4A300"/>
          </a:solidFill>
          <a:ln/>
        </p:spPr>
      </p:sp>
      <p:sp>
        <p:nvSpPr>
          <p:cNvPr id="16" name="Text 14"/>
          <p:cNvSpPr/>
          <p:nvPr/>
        </p:nvSpPr>
        <p:spPr>
          <a:xfrm>
            <a:off x="9404604" y="4014216"/>
            <a:ext cx="16139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4727448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49808" y="4873752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87375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144" dirty="0"/>
          </a:p>
        </p:txBody>
      </p:sp>
      <p:sp>
        <p:nvSpPr>
          <p:cNvPr id="20" name="Text 18"/>
          <p:cNvSpPr/>
          <p:nvPr/>
        </p:nvSpPr>
        <p:spPr>
          <a:xfrm>
            <a:off x="1417320" y="4727448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Online Introduction to Computers &amp; the Internet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9825228" y="4946904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4E8F1"/>
          </a:solidFill>
          <a:ln/>
        </p:spPr>
      </p:sp>
      <p:sp>
        <p:nvSpPr>
          <p:cNvPr id="22" name="Text 20"/>
          <p:cNvSpPr/>
          <p:nvPr/>
        </p:nvSpPr>
        <p:spPr>
          <a:xfrm>
            <a:off x="9825228" y="4946904"/>
            <a:ext cx="1193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5660136"/>
            <a:ext cx="11091672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E4E8F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49808" y="5806440"/>
            <a:ext cx="475488" cy="475488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3"/>
          <p:cNvSpPr/>
          <p:nvPr/>
        </p:nvSpPr>
        <p:spPr>
          <a:xfrm>
            <a:off x="749808" y="5806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44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✎</a:t>
            </a:r>
            <a:endParaRPr lang="en-US" sz="1144" dirty="0"/>
          </a:p>
        </p:txBody>
      </p:sp>
      <p:sp>
        <p:nvSpPr>
          <p:cNvPr id="26" name="Text 24"/>
          <p:cNvSpPr/>
          <p:nvPr/>
        </p:nvSpPr>
        <p:spPr>
          <a:xfrm>
            <a:off x="1417320" y="5660136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0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Microsoft Excel</a:t>
            </a:r>
            <a:endParaRPr lang="en-US" sz="1350" dirty="0"/>
          </a:p>
        </p:txBody>
      </p:sp>
      <p:sp>
        <p:nvSpPr>
          <p:cNvPr id="27" name="Shape 25"/>
          <p:cNvSpPr/>
          <p:nvPr/>
        </p:nvSpPr>
        <p:spPr>
          <a:xfrm>
            <a:off x="9825228" y="5879592"/>
            <a:ext cx="1193292" cy="347472"/>
          </a:xfrm>
          <a:prstGeom prst="roundRect">
            <a:avLst>
              <a:gd name="adj" fmla="val 50000"/>
            </a:avLst>
          </a:prstGeom>
          <a:solidFill>
            <a:srgbClr val="E4E8F1"/>
          </a:solidFill>
          <a:ln/>
        </p:spPr>
      </p:sp>
      <p:sp>
        <p:nvSpPr>
          <p:cNvPr id="28" name="Text 26"/>
          <p:cNvSpPr/>
          <p:nvPr/>
        </p:nvSpPr>
        <p:spPr>
          <a:xfrm>
            <a:off x="9825228" y="5879592"/>
            <a:ext cx="11932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Zanele Zenani  ·  Soweto, South Africa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8074152" y="647395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463040"/>
            <a:ext cx="4114800" cy="411480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206240"/>
            <a:ext cx="3840480" cy="384048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937760"/>
            <a:ext cx="1463040" cy="1463040"/>
          </a:xfrm>
          <a:prstGeom prst="ellipse">
            <a:avLst/>
          </a:prstGeom>
          <a:solidFill>
            <a:srgbClr val="F4A30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4173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LET'S TALK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9601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 to internships, learnerships</a:t>
            </a:r>
            <a:endParaRPr lang="en-US" sz="32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entry-level opportunities.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22960" y="3520440"/>
            <a:ext cx="502920" cy="5029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3520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✉</a:t>
            </a:r>
            <a:endParaRPr lang="en-US" sz="1210" dirty="0"/>
          </a:p>
        </p:txBody>
      </p:sp>
      <p:sp>
        <p:nvSpPr>
          <p:cNvPr id="9" name="Text 7"/>
          <p:cNvSpPr/>
          <p:nvPr/>
        </p:nvSpPr>
        <p:spPr>
          <a:xfrm>
            <a:off x="1508760" y="34930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508760" y="373989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simphiwebongiwezenani@gmail.com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✆</a:t>
            </a:r>
            <a:endParaRPr lang="en-US" sz="1210" dirty="0"/>
          </a:p>
        </p:txBody>
      </p:sp>
      <p:sp>
        <p:nvSpPr>
          <p:cNvPr id="13" name="Text 11"/>
          <p:cNvSpPr/>
          <p:nvPr/>
        </p:nvSpPr>
        <p:spPr>
          <a:xfrm>
            <a:off x="1508760" y="42702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08760" y="451713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067 458 0574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822960" y="5074920"/>
            <a:ext cx="502920" cy="502920"/>
          </a:xfrm>
          <a:prstGeom prst="ellipse">
            <a:avLst/>
          </a:prstGeom>
          <a:solidFill>
            <a:srgbClr val="26387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5074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⌂</a:t>
            </a:r>
            <a:endParaRPr lang="en-US" sz="1210" dirty="0"/>
          </a:p>
        </p:txBody>
      </p:sp>
      <p:sp>
        <p:nvSpPr>
          <p:cNvPr id="17" name="Text 15"/>
          <p:cNvSpPr/>
          <p:nvPr/>
        </p:nvSpPr>
        <p:spPr>
          <a:xfrm>
            <a:off x="1508760" y="50474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508760" y="5294376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Soweto, South Africa</a:t>
            </a:r>
            <a:endParaRPr lang="en-US" sz="1450" dirty="0"/>
          </a:p>
        </p:txBody>
      </p:sp>
      <p:sp>
        <p:nvSpPr>
          <p:cNvPr id="19" name="Shape 17"/>
          <p:cNvSpPr/>
          <p:nvPr/>
        </p:nvSpPr>
        <p:spPr>
          <a:xfrm>
            <a:off x="822960" y="5989320"/>
            <a:ext cx="7315200" cy="0"/>
          </a:xfrm>
          <a:prstGeom prst="line">
            <a:avLst/>
          </a:prstGeom>
          <a:noFill/>
          <a:ln w="12700">
            <a:solidFill>
              <a:srgbClr val="3C4A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22960" y="6108192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9FB0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Leadership  ·  Organisation  ·  Teamwork  ·  Communication  ·  Reliability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2026-08-26T09:35:32Z</dcterms:created>
  <dcterms:modified xsi:type="dcterms:W3CDTF">2026-08-26T09:35:32Z</dcterms:modified>
</cp:coreProperties>
</file>